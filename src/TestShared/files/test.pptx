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PPTX to Markdown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features:</a:t>
            </a:r>
          </a:p>
          <a:p>
            <a:pPr lvl="1"/>
            <a:r>
              <a:t>Bullet point 1</a:t>
            </a:r>
          </a:p>
          <a:p>
            <a:pPr lvl="1"/>
            <a:r>
              <a:t>Bullet point 2</a:t>
            </a:r>
          </a:p>
          <a:p>
            <a:pPr lvl="2"/>
            <a:r>
              <a:t>Sub-point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43840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3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Row 1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1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1 Col 3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Row 2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2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2 Col 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presentation demonstrates PPTX conversion capabilities.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